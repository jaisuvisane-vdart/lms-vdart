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1">
                <a:solidFill>
                  <a:srgbClr val="16416E"/>
                </a:solidFill>
                <a:latin typeface="Aptos Display"/>
              </a:defRPr>
            </a:pPr>
            <a:r>
              <a:t>Social Media Marketing &amp;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14E60"/>
                </a:solidFill>
                <a:latin typeface="Aptos"/>
              </a:defRPr>
            </a:pPr>
            <a:r>
              <a:t>Lesson 3 • Engage, measure, optimize</a:t>
            </a:r>
          </a:p>
          <a:p>
            <a:pPr>
              <a:defRPr sz="2000">
                <a:solidFill>
                  <a:srgbClr val="414E60"/>
                </a:solidFill>
                <a:latin typeface="Aptos"/>
              </a:defRPr>
            </a:pPr>
            <a:r>
              <a:t>Turn platform activity into useful business insight</a:t>
            </a:r>
          </a:p>
          <a:p>
            <a:pPr>
              <a:defRPr sz="2000">
                <a:solidFill>
                  <a:srgbClr val="414E60"/>
                </a:solidFill>
                <a:latin typeface="Aptos"/>
              </a:defRPr>
            </a:pPr>
            <a:r>
              <a:t>Choose metrics that match your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Choose the Right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Where does your audience spend time?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What format fits: short video, image, article, or discussion?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Can your team publish consistently?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Choose based on audience and objective—not popularity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Create Engaging Social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Lead with a clear, relevant message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Use a consistent brand voice and visual identity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Invite a useful action: comment, share, visit, or sign up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Respond professionally and follow platform policies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Use a content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Analytics That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Engagement rate: interactions relative to a defined audience or reach measure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CTR: clicks divided by impressions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Conversion rate: desired conversions divided by the chosen total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Cost per conversion: campaign spend divided by conversions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Define formulas and reporting periods consistently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416E"/>
                </a:solidFill>
                <a:latin typeface="Aptos Display"/>
              </a:defRPr>
            </a:pPr>
            <a:r>
              <a:t>Mini Campaign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Goal: drive registrations for a free webinar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Review reach, clicks, registrations, and cost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Identify the post or audience segment with strongest results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Test one change at a time: creative, message, or timing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Quick check: Which metric shows webinar registrations?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91"/>
                </a:solidFill>
              </a:defRPr>
            </a:pPr>
            <a:r>
              <a:t>SAMPLE LMS COURSE MATERIAL  •  DIGITAL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