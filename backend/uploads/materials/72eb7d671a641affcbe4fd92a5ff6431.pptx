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 b="1">
                <a:solidFill>
                  <a:srgbClr val="16416E"/>
                </a:solidFill>
                <a:latin typeface="Aptos Display"/>
              </a:defRPr>
            </a:pPr>
            <a:r>
              <a:t>Content Marketing &amp; SEO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414E60"/>
                </a:solidFill>
                <a:latin typeface="Aptos"/>
              </a:defRPr>
            </a:pPr>
            <a:r>
              <a:t>Lesson 2 • Attract the right audience</a:t>
            </a:r>
          </a:p>
          <a:p>
            <a:pPr>
              <a:defRPr sz="2000">
                <a:solidFill>
                  <a:srgbClr val="414E60"/>
                </a:solidFill>
                <a:latin typeface="Aptos"/>
              </a:defRPr>
            </a:pPr>
            <a:r>
              <a:t>Create useful content and make it discoverable</a:t>
            </a:r>
          </a:p>
          <a:p>
            <a:pPr>
              <a:defRPr sz="2000">
                <a:solidFill>
                  <a:srgbClr val="414E60"/>
                </a:solidFill>
                <a:latin typeface="Aptos"/>
              </a:defRPr>
            </a:pPr>
            <a:r>
              <a:t>Plan, publish, measure, improve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416E"/>
                </a:solidFill>
                <a:latin typeface="Aptos Display"/>
              </a:defRPr>
            </a:pPr>
            <a:r>
              <a:t>Start With Audience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Identify your audience's needs and questions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Map content to awareness, consideration, and decision stages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Use clear language that matches search intent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Create helpful content rather than writing only for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416E"/>
                </a:solidFill>
                <a:latin typeface="Aptos Display"/>
              </a:defRPr>
            </a:pPr>
            <a:r>
              <a:t>Build a Simple Content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Choose a goal: educate, generate leads, or support customers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Select a format: article, video, infographic, guide, or email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Set an owner, publishing date, and call to action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Use a calendar to maintain a consistent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416E"/>
                </a:solidFill>
                <a:latin typeface="Aptos Display"/>
              </a:defRPr>
            </a:pPr>
            <a:r>
              <a:t>SEO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Research relevant search terms naturally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Write descriptive page titles and headings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Use helpful internal links and descriptive image alt text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Make pages mobile-friendly, accessible, and fast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Publish accurate, original, useful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416E"/>
                </a:solidFill>
                <a:latin typeface="Aptos Display"/>
              </a:defRPr>
            </a:pPr>
            <a:r>
              <a:t>Measure and Improve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Organic traffic: visits from unpaid search results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Engagement: time, scroll depth, and meaningful interactions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Conversions: signups, downloads, or inquiries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Activity: outline one helpful article for your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