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16416E"/>
                </a:solidFill>
                <a:latin typeface="Aptos Display"/>
              </a:defRPr>
            </a:pPr>
            <a:r>
              <a:t>Digital Marketing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Lesson 1 • Introduction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How brands reach audiences online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Key channels, goals,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What Is Digital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Promoting products or services through digital channels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Reaches audiences on search engines, websites, apps, email, and social platforms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Can be measured and optimized using performance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Core Digital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SEO: improve unpaid search visibility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Paid search and display: reach audiences through advertising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Social media: build awareness and community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Email and content: nurture relationships and share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Goals and the 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Awareness: help people discover a brand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Consideration: educate and compare options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Conversion: encourage a signup, purchase, or inquiry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Retention: build loyalty and repeat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Key Metrics +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Reach and impressions measure exposure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Clicks and CTR measure engagement with ads or links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Conversion rate measures the share completing a desired action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Quick check: Which channel improves unpaid search visibility?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